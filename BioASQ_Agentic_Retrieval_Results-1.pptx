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BioASQ Agentic RAG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Query-Retrieval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32004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14b Phase B — Cushing's Disease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google/gemma-3-27b-it  |  vLLM @ localhost:8000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Retrieval Trace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"What is the treatment of choice for Cushing's Disease?"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plan_retrieval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prompt_generate_queries(question, qtype='factoid')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Generated queries: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Cushing disease treatment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transsphenoidal surgery pituitary adenoma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hypercortisolism surgical management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retrieve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pubmed.search('Cushing disease treatment', max_results=10)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10 PMIDs returned: [39281456, 38974521, 38651203,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pubmed.fetch([39281456, 38974521, ...])  # single batch 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10 articles fetched, 87 snippets extracted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pubmed.search('transsphenoidal surgery pituitary adenoma')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8 new PMIDs (2 duplicates filtered)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Pool: 18 articles, 142 snippets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evaluate_evidence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prompt_evaluate_evidence(question, snippets[:10])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LLM says: SUFFICIENT — stopping retrieval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evidence: 18 articles, 142 snippets, 3 searches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Retrieved Evidence — Tool Messages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234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96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PMID: 39281456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Endocrine Reviews, 2024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Transsphenoidal surgery (TSS) remains the first-line treatment for Cushing's disease, with remission rates of 70-90% for microadenomas. Surgical resection of the ACTH-secreting pituitary adenoma directly addresses the underlying pathology.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67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PMID: 38974521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J Clinical Endocrinology &amp; Metabolism, 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initial surgical treatment fails or disease recurs, second-line options include repeat surgery, bilateral adrenalectomy, radiation therapy (stereotactic radiosurgery), and medical therapy with pasireotide, cabergoline, or osilodrostat.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6616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PMID: 38651203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Pituitary,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9136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multidisciplinary approach is recommended for Cushing's disease management. Mifepristone is FDA-approved for hyperglycemia associated with Cushing's syndrome. Ketoconazole and metyrapone serve as steroidogenesis inhibitors.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3 of 142 snippets ranked by LLM relevance scoring (score 2 = directly answers question)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Answer Generation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generate_answer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pass 1/3 (temp=0.15)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EXACT_ANSWER: surgical resection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IDEAL_ANSWER: Surgical resection of the causal lesion is generally the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first-line treatment for Cushing's disease...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verify_answer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prompt_verify(question, evidence, candidate_answer)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Verification: Answer supported by evidence [1][3][7]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Correction: More specific — 'transsphenoidal surgery' preferred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refine_answer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REFINED_EXACT: transsphenoidal surgery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pass 2/3 (temp=0.30)  →  exact=['transsphenoidal surgery']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pass 3/3 (temp=0.45)  →  exact=['surgical resection']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Update from: consensus 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Consensus (3 candidates): 'transsphenoidal surgery' (2/3 majority)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exact=['transsphenoidal surgery']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ideal=Transsphenoidal surgery (TSS) is the treatment of choice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Cushing's disease. TSS achieves remission in 70-90% of patients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microadenomas. When surgery fails, options include repeat surgery,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radiation, or medical therapy with pasireotide or osilodrostat.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RAG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12801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queries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005840"/>
            <a:ext cx="1554480" cy="12801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E-utilities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articles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05840"/>
            <a:ext cx="1554480" cy="12801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005840"/>
            <a:ext cx="1554480" cy="12801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1005840"/>
            <a:ext cx="1554480" cy="12801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1371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49040" y="1371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1371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1371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0" cy="3657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2743200"/>
            <a:ext cx="17373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74320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queries &amp; retry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this Agentic vs Simple RAG?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886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once → dump all results → generate answer. The LLM is passive.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controls retrieval — it decides what to search, evaluates results,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queries when evidence is insufficient, verifies its own answers, and self-corrects.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BioASQ Agentic Query-Retrieval Results</dc:title>
  <dc:subject>PptxGenJS Presentation</dc:subject>
  <dc:creator>BioASQ Agentic RAG System</dc:creator>
  <cp:lastModifiedBy>BioASQ Agentic RAG System</cp:lastModifiedBy>
  <cp:revision>1</cp:revision>
  <dcterms:created xsi:type="dcterms:W3CDTF">2026-04-08T15:58:27Z</dcterms:created>
  <dcterms:modified xsi:type="dcterms:W3CDTF">2026-04-08T15:58:27Z</dcterms:modified>
</cp:coreProperties>
</file>