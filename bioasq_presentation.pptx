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BioASQ Task 14b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Biomedical Question Answering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+  vLLM / Gemma 27B  +  FAISS Retrieval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2194560" cy="640080"/>
          </a:xfrm>
          <a:prstGeom prst="rect">
            <a:avLst>
              <a:gd name="adj" fmla="val 7143"/>
            </a:avLst>
          </a:prstGeom>
          <a:solidFill>
            <a:srgbClr val="0F30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77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 Snippets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3840480"/>
            <a:ext cx="2194560" cy="640080"/>
          </a:xfrm>
          <a:prstGeom prst="rect">
            <a:avLst>
              <a:gd name="adj" fmla="val 7143"/>
            </a:avLst>
          </a:prstGeom>
          <a:solidFill>
            <a:srgbClr val="0F30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9776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Retrieval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852160" y="3840480"/>
            <a:ext cx="2194560" cy="640080"/>
          </a:xfrm>
          <a:prstGeom prst="rect">
            <a:avLst>
              <a:gd name="adj" fmla="val 7143"/>
            </a:avLst>
          </a:prstGeom>
          <a:solidFill>
            <a:srgbClr val="0F305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9776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46520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27B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 |  March 2026  |  No External API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Set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5,729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with gold answers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7180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types: yesno, factoid, list, summary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~50,000+ PubMed snippets with offsets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03320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exact + ideal answers per question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6908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concepts, snippet metadata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54880" y="1097280"/>
            <a:ext cx="64008" cy="3474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325880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7784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Set (Batch 1)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5074920" y="1920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~100</a:t>
            </a:r>
            <a:endParaRPr lang="en-US" sz="4000" dirty="0"/>
          </a:p>
        </p:txBody>
      </p:sp>
      <p:sp>
        <p:nvSpPr>
          <p:cNvPr id="23" name="Text 15"/>
          <p:cNvSpPr/>
          <p:nvPr/>
        </p:nvSpPr>
        <p:spPr>
          <a:xfrm>
            <a:off x="507492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per batch (4 batches total)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2971800"/>
            <a:ext cx="182880" cy="182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49240" y="2926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A+: question body + type only</a:t>
            </a:r>
            <a:endParaRPr lang="en-US" sz="11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337560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4924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B: + gold documents &amp; snippets</a:t>
            </a:r>
            <a:endParaRPr lang="en-US" sz="11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3703320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3492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exact + ideal answers (JSON)</a:t>
            </a:r>
            <a:endParaRPr lang="en-US" sz="11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4069080"/>
            <a:ext cx="182880" cy="18288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34924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Evaluated: ROUGE, F1, MRR, accuracy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Pipeline  —  LangGraph StateGraph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4173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 over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 training snippets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gold snippets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67712" y="2468880"/>
            <a:ext cx="27432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6" y="256032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60320" y="11887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60320" y="1188720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Shape 11"/>
          <p:cNvSpPr/>
          <p:nvPr/>
        </p:nvSpPr>
        <p:spPr>
          <a:xfrm>
            <a:off x="3246120" y="14173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2"/>
          <p:cNvSpPr/>
          <p:nvPr/>
        </p:nvSpPr>
        <p:spPr>
          <a:xfrm>
            <a:off x="32461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05740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5176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65176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demos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training Qs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type-specific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416552" y="2468880"/>
            <a:ext cx="27432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2560320"/>
            <a:ext cx="164592" cy="16459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709160" y="11887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9160" y="1188720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Shape 18"/>
          <p:cNvSpPr/>
          <p:nvPr/>
        </p:nvSpPr>
        <p:spPr>
          <a:xfrm>
            <a:off x="5394960" y="14173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19"/>
          <p:cNvSpPr/>
          <p:nvPr/>
        </p:nvSpPr>
        <p:spPr>
          <a:xfrm>
            <a:off x="53949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05740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0060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80060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27B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(raw OpenAI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not LangChain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ChatOpenAI)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565392" y="2468880"/>
            <a:ext cx="27432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2560320"/>
            <a:ext cx="164592" cy="16459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858000" y="1188720"/>
            <a:ext cx="1828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858000" y="1188720"/>
            <a:ext cx="18288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Shape 25"/>
          <p:cNvSpPr/>
          <p:nvPr/>
        </p:nvSpPr>
        <p:spPr>
          <a:xfrm>
            <a:off x="7543800" y="14173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4" name="Text 26"/>
          <p:cNvSpPr/>
          <p:nvPr/>
        </p:nvSpPr>
        <p:spPr>
          <a:xfrm>
            <a:off x="7543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2057400"/>
            <a:ext cx="548640" cy="5486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94944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694944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EXACT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answers,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for BioASQ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A+: FAISS retrieves from training corpus  |  Phase B: uses gold snippets directly (skips node 1)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Design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600200"/>
          </a:xfrm>
          <a:prstGeom prst="rect">
            <a:avLst/>
          </a:prstGeom>
          <a:solidFill>
            <a:srgbClr val="0F305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6002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External APIs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9202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retrieval from training data's ~50k PubMed snippets via FAISS (e5-base-v2 embeddings). No PubMed API key, no email, fully offline.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1600200"/>
          </a:xfrm>
          <a:prstGeom prst="rect">
            <a:avLst/>
          </a:prstGeom>
          <a:solidFill>
            <a:srgbClr val="0F3052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1188720"/>
            <a:ext cx="54864" cy="16002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71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OpenAI Client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19202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LangChain's ChatOpenAI silently injects tool_choice params that cause Gemma on vLLM to return empty content. All nodes use openai.OpenAI directly.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3977640" cy="1600200"/>
          </a:xfrm>
          <a:prstGeom prst="rect">
            <a:avLst/>
          </a:prstGeom>
          <a:solidFill>
            <a:srgbClr val="0F3052"/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" y="3063240"/>
            <a:ext cx="54864" cy="16002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FAISS Indexes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31520" y="37947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Question-level index for few-shot demo retrieval (same type). Snippet-level index for context retrieval. Both use query/passage prefixes.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3063240"/>
            <a:ext cx="3977640" cy="1600200"/>
          </a:xfrm>
          <a:prstGeom prst="rect">
            <a:avLst/>
          </a:prstGeom>
          <a:solidFill>
            <a:srgbClr val="0F3052"/>
          </a:solidFill>
          <a:ln/>
        </p:spPr>
      </p:sp>
      <p:sp>
        <p:nvSpPr>
          <p:cNvPr id="20" name="Shape 15"/>
          <p:cNvSpPr/>
          <p:nvPr/>
        </p:nvSpPr>
        <p:spPr>
          <a:xfrm>
            <a:off x="4709160" y="3063240"/>
            <a:ext cx="54864" cy="16002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2461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Type-Specific Prompts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983480" y="37947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type (yesno, factoid, list, summary) gets tailored instructions with structured EXACT/IDEAL output format matching BioASQ submission spec.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clean 4-node pipeline that runs entirely on local infrastructure (HPC cluster + vLLM)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BioASQ 14b: Agentic Biomedical QA</dc:title>
  <dc:subject>PptxGenJS Presentation</dc:subject>
  <dc:creator>Jo</dc:creator>
  <cp:lastModifiedBy>Jo</cp:lastModifiedBy>
  <cp:revision>1</cp:revision>
  <dcterms:created xsi:type="dcterms:W3CDTF">2026-03-18T20:37:59Z</dcterms:created>
  <dcterms:modified xsi:type="dcterms:W3CDTF">2026-03-18T20:37:59Z</dcterms:modified>
</cp:coreProperties>
</file>