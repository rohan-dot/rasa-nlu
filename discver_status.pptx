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discver CRS — status update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94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as-implemented pipeline · current capability · near-term roadmap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829800" y="384048"/>
            <a:ext cx="1874520" cy="42062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829800" y="3840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· JAVA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477256" cy="2267712"/>
          </a:xfrm>
          <a:prstGeom prst="roundRect">
            <a:avLst>
              <a:gd name="adj" fmla="val 3226"/>
            </a:avLst>
          </a:prstGeom>
          <a:solidFill>
            <a:srgbClr val="1C243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" y="149961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07008" y="1499616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progress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13232" y="2048256"/>
            <a:ext cx="49651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discovery gaps mapped and sequenced by dependency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code_analysis.py — confirmed C-only core (tree-sitter C, libc danger patterns, name-keyed call graph)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where Java call-graph construction is actually wired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7064" y="1298448"/>
            <a:ext cx="5477256" cy="2267712"/>
          </a:xfrm>
          <a:prstGeom prst="roundRect">
            <a:avLst>
              <a:gd name="adj" fmla="val 3226"/>
            </a:avLst>
          </a:prstGeom>
          <a:solidFill>
            <a:srgbClr val="1C243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499616"/>
            <a:ext cx="420624" cy="420624"/>
          </a:xfrm>
          <a:prstGeom prst="ellipse">
            <a:avLst/>
          </a:prstGeom>
          <a:solidFill>
            <a:srgbClr val="3E9BD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76872" y="1499616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doing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83096" y="2048256"/>
            <a:ext cx="49651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Fuzz-first: Jazzer / libFuzzer campaign starts before analysis completes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lane: danger scoring, diff + Introspector reachability, sink enumeration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loop: Scanner → skeptical triage → Exploiter → Verifier → Persist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feedback → targeted seeds; crash replay + dedup + CrashAnalyzer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5477256" cy="2267712"/>
          </a:xfrm>
          <a:prstGeom prst="roundRect">
            <a:avLst>
              <a:gd name="adj" fmla="val 3226"/>
            </a:avLst>
          </a:prstGeom>
          <a:solidFill>
            <a:srgbClr val="1C243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" y="4059936"/>
            <a:ext cx="420624" cy="420624"/>
          </a:xfrm>
          <a:prstGeom prst="ellipse">
            <a:avLst/>
          </a:prstGeom>
          <a:solidFill>
            <a:srgbClr val="5FB878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07008" y="4059936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 do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13232" y="4608576"/>
            <a:ext cx="49651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C/C++ mature: tree-sitter call graph, CodeQL / Infer / Weggli / Semgrep fusion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Jazzer wrapper synthesis (deterministic / skeleton / full-class), SpotBugs / CodeQL-java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Reproduction-enforced PoVs, smoke-test promotion gate, fail-soft degraded mode</a:t>
            </a:r>
            <a:endParaRPr lang="en-US" sz="115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povs / bugs / seeds / reports / health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27064" y="3858768"/>
            <a:ext cx="5477256" cy="2267712"/>
          </a:xfrm>
          <a:prstGeom prst="roundRect">
            <a:avLst>
              <a:gd name="adj" fmla="val 3226"/>
            </a:avLst>
          </a:prstGeom>
          <a:solidFill>
            <a:srgbClr val="1C2431"/>
          </a:solidFill>
          <a:ln/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4059936"/>
            <a:ext cx="420624" cy="42062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76872" y="4059936"/>
            <a:ext cx="4562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9EE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next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83096" y="4608576"/>
            <a:ext cx="49651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where the Java call graph is built — unblocks everything below</a:t>
            </a:r>
            <a:endParaRPr lang="en-US" sz="1150" dirty="0"/>
          </a:p>
          <a:p>
            <a:pPr algn="l" marL="342900" indent="-342900">
              <a:lnSpc>
                <a:spcPct val="10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type-resolved graph: key on (class · method · descriptor)</a:t>
            </a:r>
            <a:endParaRPr lang="en-US" sz="1150" dirty="0"/>
          </a:p>
          <a:p>
            <a:pPr algn="l" marL="342900" indent="-342900">
              <a:lnSpc>
                <a:spcPct val="10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Reclassify timeout / OOM / ReDoS as first-class Java bugs</a:t>
            </a:r>
            <a:endParaRPr lang="en-US" sz="1150" dirty="0"/>
          </a:p>
          <a:p>
            <a:pPr algn="l" marL="342900" indent="-342900">
              <a:lnSpc>
                <a:spcPct val="100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E9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harness policy swallowing Jazzer security signals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3825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4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— Java analysis today routes through a C-oriented, name-keyed core; confirming its real entry point gates the rest of the roadmap.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2026-07-28T19:03:19Z</dcterms:created>
  <dcterms:modified xsi:type="dcterms:W3CDTF">2026-07-28T19:03:19Z</dcterms:modified>
</cp:coreProperties>
</file>